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6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arget="slides/slide10.xml" Type="http://schemas.openxmlformats.org/officeDocument/2006/relationships/slide"/>  <Relationship Id="rId12" Target="slides/slide11.xml" Type="http://schemas.openxmlformats.org/officeDocument/2006/relationships/slide"/>  <Relationship Id="rId13" Target="slides/slide12.xml" Type="http://schemas.openxmlformats.org/officeDocument/2006/relationships/slide"/>  <Relationship Id="rId14" Target="slides/slide13.xml" Type="http://schemas.openxmlformats.org/officeDocument/2006/relationships/slide"/>  <Relationship Id="rId15" Target="slides/slide14.xml" Type="http://schemas.openxmlformats.org/officeDocument/2006/relationships/slide"/>  <Relationship Id="rId16" Target="slides/slide15.xml" Type="http://schemas.openxmlformats.org/officeDocument/2006/relationships/slide"/>  <Relationship Id="rId17" Target="slides/slide16.xml" Type="http://schemas.openxmlformats.org/officeDocument/2006/relationships/slide"/>  <Relationship Id="rId18" Target="slides/slide17.xml" Type="http://schemas.openxmlformats.org/officeDocument/2006/relationships/slide"/>  <Relationship Id="rId19" Target="slides/slide18.xml" Type="http://schemas.openxmlformats.org/officeDocument/2006/relationships/slide"/>  <Relationship Id="rId20" Target="slides/slide19.xml" Type="http://schemas.openxmlformats.org/officeDocument/2006/relationships/slide"/>  <Relationship Id="rId21" Target="slides/slide20.xml" Type="http://schemas.openxmlformats.org/officeDocument/2006/relationships/slide"/>  <Relationship Id="rId22" Type="http://schemas.openxmlformats.org/officeDocument/2006/relationships/presProps" Target="presProps.xml"/>  <Relationship Id="rId23" Type="http://schemas.openxmlformats.org/officeDocument/2006/relationships/viewProps" Target="viewProps.xml"/>  <Relationship Id="rId24" Type="http://schemas.openxmlformats.org/officeDocument/2006/relationships/theme" Target="theme/theme1.xml"/>  <Relationship Id="rId25" Type="http://schemas.openxmlformats.org/officeDocument/2006/relationships/tableStyles" Target="tableStyles.xml"/>  <Relationship Id="rId26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media/image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media/image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media/image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media/image7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media/image8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media/image9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arget="../media/image10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arget="../media/image1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
<Relationships xmlns="http://schemas.openxmlformats.org/package/2006/relationships"><Relationship Id="rId1" Target="../media/image1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
<Relationships xmlns="http://schemas.openxmlformats.org/package/2006/relationships"><Relationship Id="rId1" Target="../media/image1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
<Relationships xmlns="http://schemas.openxmlformats.org/package/2006/relationships"><Relationship Id="rId1" Target="../media/image1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
<Relationships xmlns="http://schemas.openxmlformats.org/package/2006/relationships"><Relationship Id="rId1" Target="../media/image1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
<Relationships xmlns="http://schemas.openxmlformats.org/package/2006/relationships"><Relationship Id="rId1" Target="../media/image1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
<Relationships xmlns="http://schemas.openxmlformats.org/package/2006/relationships"><Relationship Id="rId1" Target="../media/image17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7.xml" Type="http://schemas.openxmlformats.org/officeDocument/2006/relationships/notesSlide"/></Relationships>
</file>

<file path=ppt/slides/_rels/slide18.xml.rels><?xml version="1.0" encoding="UTF-8" standalone="yes"?>
<Relationships xmlns="http://schemas.openxmlformats.org/package/2006/relationships"><Relationship Id="rId1" Target="../media/image18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
<Relationships xmlns="http://schemas.openxmlformats.org/package/2006/relationships"><Relationship Id="rId1" Target="../media/image19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9.xml" Type="http://schemas.openxmlformats.org/officeDocument/2006/relationships/notesSlide"/></Relationships>
</file>

<file path=ppt/slides/_rels/slide20.xml.rels><?xml version="1.0" encoding="UTF-8" standalone="yes"?>
<Relationships xmlns="http://schemas.openxmlformats.org/package/2006/relationships"><Relationship Id="rId1" Target="../media/image20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0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b744023-71be-4f61-825c-16faade1193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a4be1e2-8f51-43cc-8127-a0e499271f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8da1404-c677-46fe-a624-c8864e5f286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bc75a52e-a52c-415d-b233-7f4dca6f205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380798d-db30-458b-99b8-0a1070f9c64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2831a4ee-5108-47d5-8df1-eccb06fb920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91e8d3e-4be7-41df-8718-5db4cb8c648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b6a47d90-b5f4-4558-99e5-902ad268ffb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4fc07c9-d9e4-4731-90a3-9df70bfc55f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1493f0d-efb3-4e8f-8459-1b635f07bbc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8c232919-5519-469c-970d-df375709570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5d954a21-4419-436e-8bbf-43b52f5c8c0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284b5a03-eb72-4c58-abce-cafd1d5812b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aee8c78-83f3-4f3f-b25d-f2c030c1a3c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0700001-c7f1-472c-8fb7-6834fe63e81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708b91f8-8ad2-49af-85c8-057ecbd831a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45f0c9ed-025d-4326-8839-2213906c469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24cf1b7-8894-44f8-9fd7-53be168a3cd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98649b7-8765-4c17-b702-8c5834d0579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6aaa35dc-ff96-4ec5-ba16-d6106f661b0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2025-11-11T22:46:00.517Z</dcterms:created>
  <dcterms:modified xsi:type="dcterms:W3CDTF">2025-11-11T22:46:00.517Z</dcterms:modified>
</cp:coreProperties>
</file>